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9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AFC2-BEAE-4FF7-BBF7-EBACB424C9D8}" type="datetimeFigureOut">
              <a:rPr lang="en-US" smtClean="0"/>
              <a:t>3/7/2016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08B6-9260-43C6-B75D-F9278B67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5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AFC2-BEAE-4FF7-BBF7-EBACB424C9D8}" type="datetimeFigureOut">
              <a:rPr lang="en-US" smtClean="0"/>
              <a:t>3/7/2016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08B6-9260-43C6-B75D-F9278B67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68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AFC2-BEAE-4FF7-BBF7-EBACB424C9D8}" type="datetimeFigureOut">
              <a:rPr lang="en-US" smtClean="0"/>
              <a:t>3/7/2016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08B6-9260-43C6-B75D-F9278B67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98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AFC2-BEAE-4FF7-BBF7-EBACB424C9D8}" type="datetimeFigureOut">
              <a:rPr lang="en-US" smtClean="0"/>
              <a:t>3/7/2016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08B6-9260-43C6-B75D-F9278B67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65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AFC2-BEAE-4FF7-BBF7-EBACB424C9D8}" type="datetimeFigureOut">
              <a:rPr lang="en-US" smtClean="0"/>
              <a:t>3/7/2016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08B6-9260-43C6-B75D-F9278B67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62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AFC2-BEAE-4FF7-BBF7-EBACB424C9D8}" type="datetimeFigureOut">
              <a:rPr lang="en-US" smtClean="0"/>
              <a:t>3/7/2016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08B6-9260-43C6-B75D-F9278B67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871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AFC2-BEAE-4FF7-BBF7-EBACB424C9D8}" type="datetimeFigureOut">
              <a:rPr lang="en-US" smtClean="0"/>
              <a:t>3/7/2016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08B6-9260-43C6-B75D-F9278B67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58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AFC2-BEAE-4FF7-BBF7-EBACB424C9D8}" type="datetimeFigureOut">
              <a:rPr lang="en-US" smtClean="0"/>
              <a:t>3/7/2016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08B6-9260-43C6-B75D-F9278B67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5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AFC2-BEAE-4FF7-BBF7-EBACB424C9D8}" type="datetimeFigureOut">
              <a:rPr lang="en-US" smtClean="0"/>
              <a:t>3/7/2016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08B6-9260-43C6-B75D-F9278B67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3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AFC2-BEAE-4FF7-BBF7-EBACB424C9D8}" type="datetimeFigureOut">
              <a:rPr lang="en-US" smtClean="0"/>
              <a:t>3/7/2016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08B6-9260-43C6-B75D-F9278B67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43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AFC2-BEAE-4FF7-BBF7-EBACB424C9D8}" type="datetimeFigureOut">
              <a:rPr lang="en-US" smtClean="0"/>
              <a:t>3/7/2016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08B6-9260-43C6-B75D-F9278B67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73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2AFC2-BEAE-4FF7-BBF7-EBACB424C9D8}" type="datetimeFigureOut">
              <a:rPr lang="en-US" smtClean="0"/>
              <a:t>3/7/2016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708B6-9260-43C6-B75D-F9278B67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96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36324" cy="667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02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Molu Shi</dc:creator>
  <cp:lastModifiedBy>Molu Shi</cp:lastModifiedBy>
  <cp:revision>1</cp:revision>
  <dcterms:created xsi:type="dcterms:W3CDTF">2016-03-07T22:40:46Z</dcterms:created>
  <dcterms:modified xsi:type="dcterms:W3CDTF">2016-03-07T22:41:26Z</dcterms:modified>
</cp:coreProperties>
</file>